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9" r:id="rId11"/>
    <p:sldId id="288" r:id="rId12"/>
    <p:sldId id="279" r:id="rId13"/>
    <p:sldId id="290" r:id="rId14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DAE48-4FE2-4BE0-94B7-DD34DA7201DD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D35E5-66F9-44E4-995F-3EBB60DAC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403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DB88F-DCEC-400F-8F67-3A75BDDC533E}" type="datetimeFigureOut">
              <a:rPr lang="ru-RU" smtClean="0"/>
              <a:t>14.11.2023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B65522-D5CA-46AA-98BE-B9251084F3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92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05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B65522-D5CA-46AA-98BE-B9251084F37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17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1D205-2F3C-45ED-A2BE-DDE80BFFF3C7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3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9093-DC8E-48F7-9293-ADF9C868256F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AC00-128D-43E5-A527-E5D69815A809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8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92784-A08A-455C-8889-41CCD2B536F5}" type="datetime1">
              <a:rPr lang="ru-RU" smtClean="0"/>
              <a:t>14.11.2023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1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957C-0F5B-48E1-9125-AAA1BC40EE15}" type="datetime1">
              <a:rPr lang="ru-RU" smtClean="0"/>
              <a:t>14.11.2023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44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F3A50-AC36-48DA-B98F-B2E1E9966626}" type="datetime1">
              <a:rPr lang="ru-RU" smtClean="0"/>
              <a:t>14.11.2023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90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700A-1F0E-4E1E-AC9C-9A41ED899482}" type="datetime1">
              <a:rPr lang="ru-RU" smtClean="0"/>
              <a:t>14.11.2023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63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CF92-5073-45C7-8D17-960A605BEF09}" type="datetime1">
              <a:rPr lang="ru-RU" smtClean="0"/>
              <a:t>14.11.2023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1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AD02B-73DF-4961-B793-BA66DD077C64}" type="datetime1">
              <a:rPr lang="ru-RU" smtClean="0"/>
              <a:t>14.11.2023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78675-EA7F-4C87-AAF6-0A4A902FCC05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435F-317F-4EDD-9F31-F999DA798087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58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831A1-B147-40A7-9CE9-2CA5CCBB1289}" type="datetime1">
              <a:rPr lang="ru-RU" smtClean="0"/>
              <a:t>14.11.2023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imonenko.su/32197993404/use-css3-box-sizing" TargetMode="External"/><Relationship Id="rId2" Type="http://schemas.openxmlformats.org/officeDocument/2006/relationships/hyperlink" Target="https://developer.mozilla.org/ru/docs/Web/CSS/box-siz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st.github.com/monochromer/ab1034528c72c35e96fa01a23673958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rontender.info/a-guide-to-flexbox/" TargetMode="External"/><Relationship Id="rId2" Type="http://schemas.openxmlformats.org/officeDocument/2006/relationships/hyperlink" Target="https://tproger.ru/translations/how-css-flexbox-work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lexboxfroggy.com/#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Flexbox</a:t>
            </a:r>
            <a:r>
              <a:rPr lang="ru-RU" b="1" dirty="0" smtClean="0"/>
              <a:t>:</a:t>
            </a:r>
            <a:br>
              <a:rPr lang="ru-RU" b="1" dirty="0" smtClean="0"/>
            </a:br>
            <a:r>
              <a:rPr lang="en-US" b="1" dirty="0" smtClean="0"/>
              <a:t> 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77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-правило </a:t>
            </a:r>
            <a:r>
              <a:rPr lang="en-US" b="1" dirty="0" smtClean="0"/>
              <a:t>box-sizing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44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Согласно спецификации CSS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ширина блока</a:t>
            </a:r>
            <a:r>
              <a:rPr lang="en-US" dirty="0" smtClean="0"/>
              <a:t> = </a:t>
            </a:r>
            <a:r>
              <a:rPr lang="ru-RU" dirty="0" smtClean="0"/>
              <a:t> ширины </a:t>
            </a:r>
            <a:r>
              <a:rPr lang="ru-RU" dirty="0"/>
              <a:t>контента (</a:t>
            </a:r>
            <a:r>
              <a:rPr lang="ru-RU" dirty="0" err="1"/>
              <a:t>width</a:t>
            </a:r>
            <a:r>
              <a:rPr lang="ru-RU" dirty="0" smtClean="0"/>
              <a:t>)</a:t>
            </a:r>
            <a:r>
              <a:rPr lang="en-US" dirty="0" smtClean="0"/>
              <a:t> + </a:t>
            </a:r>
            <a:r>
              <a:rPr lang="ru-RU" dirty="0" smtClean="0"/>
              <a:t>значений отступов (</a:t>
            </a:r>
            <a:r>
              <a:rPr lang="ru-RU" dirty="0" err="1"/>
              <a:t>padding</a:t>
            </a:r>
            <a:r>
              <a:rPr lang="ru-RU" dirty="0"/>
              <a:t>) </a:t>
            </a:r>
            <a:r>
              <a:rPr lang="en-US" dirty="0" smtClean="0"/>
              <a:t>+</a:t>
            </a:r>
            <a:r>
              <a:rPr lang="ru-RU" dirty="0" smtClean="0"/>
              <a:t> </a:t>
            </a:r>
            <a:r>
              <a:rPr lang="ru-RU" dirty="0"/>
              <a:t>границ (</a:t>
            </a:r>
            <a:r>
              <a:rPr lang="ru-RU" dirty="0" err="1"/>
              <a:t>border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Аналогично </a:t>
            </a:r>
            <a:r>
              <a:rPr lang="ru-RU" dirty="0"/>
              <a:t>обстоит и с высотой блока.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Свойство</a:t>
            </a:r>
            <a:r>
              <a:rPr lang="ru-RU" dirty="0"/>
              <a:t> </a:t>
            </a:r>
            <a:r>
              <a:rPr lang="ru-RU" dirty="0" err="1"/>
              <a:t>box-sizing</a:t>
            </a:r>
            <a:r>
              <a:rPr lang="ru-RU" dirty="0"/>
              <a:t> позволяет изменить этот </a:t>
            </a:r>
            <a:r>
              <a:rPr lang="ru-RU" dirty="0" smtClean="0"/>
              <a:t>алгоритм</a:t>
            </a:r>
            <a:r>
              <a:rPr lang="ru-RU" dirty="0"/>
              <a:t>. Это свойство имеет два значения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err="1"/>
              <a:t>content-box</a:t>
            </a:r>
            <a:r>
              <a:rPr lang="ru-RU" dirty="0"/>
              <a:t> — значение по умолчанию, соответствует стандартной блочной модели.</a:t>
            </a:r>
          </a:p>
          <a:p>
            <a:r>
              <a:rPr lang="ru-RU" dirty="0" err="1"/>
              <a:t>border-box</a:t>
            </a:r>
            <a:r>
              <a:rPr lang="ru-RU" dirty="0"/>
              <a:t> — изменяет режим расчёта ширины элемента на описанный выше: теперь ширина элемента включает и рамку, и внутренние отступы и, собственно, ширину содержания самого элемента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developer.mozilla.org/ru/docs/Web/CSS/box-sizing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simonenko.su/32197993404/use-css3-box-sizing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24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Отличие </a:t>
            </a:r>
            <a:r>
              <a:rPr lang="en-US" b="1" dirty="0" smtClean="0"/>
              <a:t>flex-</a:t>
            </a:r>
            <a:r>
              <a:rPr lang="ru-RU" b="1" dirty="0" smtClean="0"/>
              <a:t>элементов от обычных блоков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flex</a:t>
            </a:r>
            <a:r>
              <a:rPr lang="ru-RU" dirty="0" smtClean="0"/>
              <a:t>-элементы не </a:t>
            </a:r>
            <a:r>
              <a:rPr lang="ru-RU" dirty="0"/>
              <a:t>растягиваются на всю ширину контейнера по умолчанию;</a:t>
            </a:r>
          </a:p>
          <a:p>
            <a:r>
              <a:rPr lang="ru-RU" dirty="0"/>
              <a:t>на </a:t>
            </a:r>
            <a:r>
              <a:rPr lang="en-US" dirty="0" smtClean="0"/>
              <a:t>flex-</a:t>
            </a:r>
            <a:r>
              <a:rPr lang="ru-RU" dirty="0" smtClean="0"/>
              <a:t>элементы </a:t>
            </a:r>
            <a:r>
              <a:rPr lang="ru-RU" dirty="0"/>
              <a:t>не действует свойство </a:t>
            </a:r>
            <a:r>
              <a:rPr lang="ru-RU" dirty="0" err="1"/>
              <a:t>float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!!! Свойства </a:t>
            </a:r>
            <a:r>
              <a:rPr lang="en-US" b="1" dirty="0" smtClean="0"/>
              <a:t>border </a:t>
            </a:r>
            <a:r>
              <a:rPr lang="ru-RU" b="1" dirty="0" smtClean="0"/>
              <a:t>и </a:t>
            </a:r>
            <a:r>
              <a:rPr lang="en-US" b="1" dirty="0" smtClean="0"/>
              <a:t>padding </a:t>
            </a:r>
            <a:r>
              <a:rPr lang="ru-RU" dirty="0" smtClean="0"/>
              <a:t>у </a:t>
            </a:r>
            <a:r>
              <a:rPr lang="en-US" dirty="0" smtClean="0"/>
              <a:t>flex-</a:t>
            </a:r>
            <a:r>
              <a:rPr lang="ru-RU" dirty="0" smtClean="0"/>
              <a:t>элементов работают </a:t>
            </a:r>
            <a:r>
              <a:rPr lang="ru-RU" b="1" dirty="0" smtClean="0"/>
              <a:t>также</a:t>
            </a:r>
            <a:r>
              <a:rPr lang="ru-RU" dirty="0" smtClean="0"/>
              <a:t> как и у блочных.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21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margin </a:t>
            </a:r>
            <a:r>
              <a:rPr lang="ru-RU" b="1" dirty="0" smtClean="0"/>
              <a:t>у </a:t>
            </a:r>
            <a:r>
              <a:rPr lang="en-US" b="1" dirty="0" smtClean="0"/>
              <a:t>flex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внешние отступы не </a:t>
            </a:r>
            <a:r>
              <a:rPr lang="ru-RU" dirty="0" err="1"/>
              <a:t>схлопываются</a:t>
            </a:r>
            <a:r>
              <a:rPr lang="ru-RU" dirty="0"/>
              <a:t>, ни по горизонтали, ни по вертикали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внешние отступы не выпадают, ни из </a:t>
            </a:r>
            <a:r>
              <a:rPr lang="ru-RU" dirty="0" err="1"/>
              <a:t>флекс</a:t>
            </a:r>
            <a:r>
              <a:rPr lang="ru-RU" dirty="0"/>
              <a:t>-контейнера, ни из </a:t>
            </a:r>
            <a:r>
              <a:rPr lang="ru-RU" dirty="0" err="1"/>
              <a:t>флекс</a:t>
            </a:r>
            <a:r>
              <a:rPr lang="ru-RU" dirty="0"/>
              <a:t>-элементов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значение </a:t>
            </a:r>
            <a:r>
              <a:rPr lang="ru-RU" dirty="0" err="1" smtClean="0"/>
              <a:t>auto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64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Схлопывание и выпадение </a:t>
            </a:r>
            <a:r>
              <a:rPr lang="en-US" b="1" dirty="0" smtClean="0"/>
              <a:t>margin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18" y="1690688"/>
            <a:ext cx="6715125" cy="2076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17" y="4288608"/>
            <a:ext cx="6715125" cy="184785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40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Механизм распределения свободного места при использовании </a:t>
            </a:r>
            <a:r>
              <a:rPr lang="en-US" b="1" dirty="0" smtClean="0"/>
              <a:t>flex</a:t>
            </a:r>
            <a:r>
              <a:rPr lang="ru-RU" b="1" dirty="0" smtClean="0"/>
              <a:t>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находятся элементы, у которых есть внешние отступы со значением </a:t>
            </a:r>
            <a:r>
              <a:rPr lang="ru-RU" dirty="0" err="1"/>
              <a:t>auto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всё свободное место в соответствующих направлениях отдаётся таким отступам (то есть задаётся определённый размер отступа в пикселях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/>
              <a:t>если элементов с автоматическими отступами на одном направлении несколько, то место между ними перераспределяется поровну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/>
              <a:t>только после этого запускаются механизмы выравнивания.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65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Magrin</a:t>
            </a:r>
            <a:r>
              <a:rPr lang="en-US" b="1" dirty="0" smtClean="0"/>
              <a:t> </a:t>
            </a:r>
            <a:r>
              <a:rPr lang="ru-RU" b="1" dirty="0" smtClean="0"/>
              <a:t>и главная ось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Margin</a:t>
            </a:r>
            <a:r>
              <a:rPr lang="ru-RU" dirty="0" smtClean="0"/>
              <a:t>, как и </a:t>
            </a:r>
            <a:r>
              <a:rPr lang="en-US" dirty="0" smtClean="0"/>
              <a:t>padding </a:t>
            </a:r>
            <a:r>
              <a:rPr lang="ru-RU" dirty="0" smtClean="0"/>
              <a:t>не «знают» понятия направление оси.</a:t>
            </a:r>
          </a:p>
          <a:p>
            <a:pPr marL="0" indent="0">
              <a:buNone/>
            </a:pPr>
            <a:r>
              <a:rPr lang="ru-RU" dirty="0" smtClean="0"/>
              <a:t>Поэтому когда </a:t>
            </a:r>
            <a:r>
              <a:rPr lang="ru-RU" dirty="0"/>
              <a:t>главная ось направлена слева направо, горизонтальные отступы перемещают </a:t>
            </a:r>
            <a:r>
              <a:rPr lang="en-US" dirty="0" smtClean="0"/>
              <a:t>flex</a:t>
            </a:r>
            <a:r>
              <a:rPr lang="ru-RU" dirty="0" smtClean="0"/>
              <a:t>-элементы </a:t>
            </a:r>
            <a:r>
              <a:rPr lang="ru-RU" dirty="0"/>
              <a:t>вдоль </a:t>
            </a:r>
            <a:r>
              <a:rPr lang="ru-RU" i="1" dirty="0"/>
              <a:t>главной</a:t>
            </a:r>
            <a:r>
              <a:rPr lang="ru-RU" dirty="0"/>
              <a:t> оси.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Но</a:t>
            </a:r>
            <a:r>
              <a:rPr lang="ru-RU" dirty="0"/>
              <a:t> если направить главную ось сверху вниз, то те же отступы начнут работать вдоль </a:t>
            </a:r>
            <a:r>
              <a:rPr lang="ru-RU" i="1" dirty="0"/>
              <a:t>поперечной</a:t>
            </a:r>
            <a:r>
              <a:rPr lang="ru-RU" dirty="0"/>
              <a:t> оси.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88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</a:t>
            </a:r>
            <a:r>
              <a:rPr lang="en-US" b="1" dirty="0" smtClean="0"/>
              <a:t>flex-</a:t>
            </a:r>
            <a:r>
              <a:rPr lang="ru-RU" b="1" dirty="0" smtClean="0"/>
              <a:t>элементы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ширина </a:t>
            </a:r>
            <a:r>
              <a:rPr lang="en-US" dirty="0" smtClean="0"/>
              <a:t>width – </a:t>
            </a:r>
            <a:r>
              <a:rPr lang="ru-RU" dirty="0" smtClean="0"/>
              <a:t>размер блока по горизонтали всегда</a:t>
            </a:r>
          </a:p>
          <a:p>
            <a:r>
              <a:rPr lang="ru-RU" dirty="0" smtClean="0"/>
              <a:t>высота </a:t>
            </a:r>
            <a:r>
              <a:rPr lang="en-US" dirty="0" smtClean="0"/>
              <a:t>height </a:t>
            </a:r>
            <a:r>
              <a:rPr lang="en-US" dirty="0"/>
              <a:t>– </a:t>
            </a:r>
            <a:r>
              <a:rPr lang="ru-RU" dirty="0"/>
              <a:t>размер блока по </a:t>
            </a:r>
            <a:r>
              <a:rPr lang="ru-RU" dirty="0" smtClean="0"/>
              <a:t>вертикали всегда</a:t>
            </a:r>
          </a:p>
          <a:p>
            <a:r>
              <a:rPr lang="ru-RU" dirty="0" smtClean="0"/>
              <a:t>базовый размер </a:t>
            </a:r>
            <a:r>
              <a:rPr lang="en-US" dirty="0" smtClean="0"/>
              <a:t>flex-basis</a:t>
            </a:r>
            <a:r>
              <a:rPr lang="ru-RU" dirty="0" smtClean="0"/>
              <a:t> – размер элемента вдоль главной оси</a:t>
            </a:r>
            <a:endParaRPr lang="ru-RU" dirty="0"/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25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растягивания </a:t>
            </a:r>
            <a:r>
              <a:rPr lang="en-US" b="1" dirty="0" smtClean="0"/>
              <a:t>flex-grow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flex-grow</a:t>
            </a:r>
            <a:r>
              <a:rPr lang="ru-RU" dirty="0"/>
              <a:t> принимает неотрицательные числовые значения, его значение по умолчанию — 0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flex-grow</a:t>
            </a:r>
            <a:r>
              <a:rPr lang="ru-RU" dirty="0"/>
              <a:t> равно </a:t>
            </a:r>
            <a:r>
              <a:rPr lang="en-US" dirty="0" smtClean="0"/>
              <a:t>0</a:t>
            </a:r>
            <a:r>
              <a:rPr lang="ru-RU" dirty="0" smtClean="0"/>
              <a:t>, </a:t>
            </a:r>
            <a:r>
              <a:rPr lang="ru-RU" dirty="0"/>
              <a:t>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«не претендует» на оставшееся свободное место во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контейнере </a:t>
            </a:r>
            <a:r>
              <a:rPr lang="ru-RU" dirty="0"/>
              <a:t>и не будет увеличиваться, чтобы занять это место.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flex-grow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/>
              <a:t>-</a:t>
            </a:r>
            <a:r>
              <a:rPr lang="ru-RU" dirty="0" smtClean="0"/>
              <a:t>элемент </a:t>
            </a:r>
            <a:r>
              <a:rPr lang="ru-RU" dirty="0"/>
              <a:t>будет увеличиваться, «захватывая» оставшееся свободное место.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4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Коэффициент сжатия </a:t>
            </a:r>
            <a:r>
              <a:rPr lang="en-US" b="1" dirty="0" smtClean="0"/>
              <a:t>flex-shrink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flex-shrink</a:t>
            </a:r>
            <a:r>
              <a:rPr lang="ru-RU" dirty="0"/>
              <a:t> принимает неотрицательные числовые значения, его значение по умолчанию — 1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значение </a:t>
            </a:r>
            <a:r>
              <a:rPr lang="ru-RU" dirty="0" err="1"/>
              <a:t>flex-shrink</a:t>
            </a:r>
            <a:r>
              <a:rPr lang="ru-RU" dirty="0"/>
              <a:t> больше нуля,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будет уменьшаться, «впитывая» часть отрицательного пространства, если оно существует.</a:t>
            </a:r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значение </a:t>
            </a:r>
            <a:r>
              <a:rPr lang="ru-RU" dirty="0" err="1"/>
              <a:t>flex-shrink</a:t>
            </a:r>
            <a:r>
              <a:rPr lang="ru-RU" dirty="0"/>
              <a:t> равно нулю, то </a:t>
            </a:r>
            <a:r>
              <a:rPr lang="ru-RU" dirty="0" err="1"/>
              <a:t>flex</a:t>
            </a:r>
            <a:r>
              <a:rPr lang="ru-RU" dirty="0" smtClean="0"/>
              <a:t>-элемент </a:t>
            </a:r>
            <a:r>
              <a:rPr lang="ru-RU" dirty="0"/>
              <a:t>уменьшаться не будет.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48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Расчет </a:t>
            </a:r>
            <a:r>
              <a:rPr lang="en-US" b="1" dirty="0" smtClean="0"/>
              <a:t>flex-grow</a:t>
            </a:r>
            <a:r>
              <a:rPr lang="ru-RU" b="1" dirty="0" smtClean="0"/>
              <a:t> и </a:t>
            </a:r>
            <a:r>
              <a:rPr lang="en-US" b="1" dirty="0" smtClean="0"/>
              <a:t>flex-shrink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gist.github.com/monochromer/ab1034528c72c35e96fa01a236739589</a:t>
            </a:r>
            <a:r>
              <a:rPr lang="en-US" dirty="0" smtClean="0"/>
              <a:t>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Порядок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en-US" dirty="0" smtClean="0"/>
              <a:t>order</a:t>
            </a:r>
          </a:p>
          <a:p>
            <a:pPr marL="0" indent="0">
              <a:buNone/>
            </a:pPr>
            <a:r>
              <a:rPr lang="ru-RU" dirty="0" smtClean="0"/>
              <a:t>У всех </a:t>
            </a:r>
            <a:r>
              <a:rPr lang="en-US" dirty="0" smtClean="0"/>
              <a:t>flex-</a:t>
            </a:r>
            <a:r>
              <a:rPr lang="ru-RU" dirty="0" smtClean="0"/>
              <a:t>элементов по умолчанию порядок – 0.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Можно назначить порядок – положительное или отрицательное число.</a:t>
            </a:r>
          </a:p>
          <a:p>
            <a:pPr marL="0" indent="0">
              <a:buNone/>
            </a:pPr>
            <a:r>
              <a:rPr lang="ru-RU" dirty="0" smtClean="0"/>
              <a:t>Сортировка производится по возрастанию номера.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https://tproger.ru/translations/how-css-flexbox-works/</a:t>
            </a:r>
            <a:r>
              <a:rPr lang="ru-RU" dirty="0"/>
              <a:t> </a:t>
            </a:r>
            <a:endParaRPr lang="en-US" dirty="0"/>
          </a:p>
          <a:p>
            <a:endParaRPr lang="en-US" dirty="0" smtClean="0">
              <a:hlinkClick r:id="rId3"/>
            </a:endParaRPr>
          </a:p>
          <a:p>
            <a:r>
              <a:rPr lang="ru-RU" dirty="0" smtClean="0">
                <a:hlinkClick r:id="rId3"/>
              </a:rPr>
              <a:t>https</a:t>
            </a:r>
            <a:r>
              <a:rPr lang="ru-RU" dirty="0">
                <a:hlinkClick r:id="rId3"/>
              </a:rPr>
              <a:t>://frontender.info/a-guide-to-flexbox/</a:t>
            </a:r>
            <a:r>
              <a:rPr lang="ru-RU" dirty="0"/>
              <a:t> 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>
                <a:hlinkClick r:id="rId4"/>
              </a:rPr>
              <a:t>https://flexboxfroggy.com/#</a:t>
            </a:r>
            <a:r>
              <a:rPr lang="en-US" dirty="0" smtClean="0">
                <a:hlinkClick r:id="rId4"/>
              </a:rPr>
              <a:t>ru</a:t>
            </a:r>
            <a:r>
              <a:rPr lang="ru-RU" smtClean="0"/>
              <a:t> </a:t>
            </a:r>
            <a:endParaRPr lang="en-US" dirty="0" smtClean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1127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509</Words>
  <Application>Microsoft Office PowerPoint</Application>
  <PresentationFormat>Широкоэкранный</PresentationFormat>
  <Paragraphs>69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Тема Office</vt:lpstr>
      <vt:lpstr>Flexbox:  flex-элементы</vt:lpstr>
      <vt:lpstr>CSS-правило box-sizing</vt:lpstr>
      <vt:lpstr>Отличие flex-элементов от обычных блоков</vt:lpstr>
      <vt:lpstr>Свойство margin у flex-элементов</vt:lpstr>
      <vt:lpstr>Схлопывание и выпадение margin</vt:lpstr>
      <vt:lpstr>Механизм распределения свободного места при использовании flex:</vt:lpstr>
      <vt:lpstr>Magrin и главная ось</vt:lpstr>
      <vt:lpstr>Размеры flex-элементы</vt:lpstr>
      <vt:lpstr>Коэффициент растягивания flex-grow</vt:lpstr>
      <vt:lpstr>Коэффициент сжатия flex-shrink</vt:lpstr>
      <vt:lpstr>Расчет flex-grow и flex-shrink</vt:lpstr>
      <vt:lpstr>Порядок элементов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Yulya</dc:creator>
  <cp:lastModifiedBy>Lector</cp:lastModifiedBy>
  <cp:revision>44</cp:revision>
  <cp:lastPrinted>2020-12-25T04:24:45Z</cp:lastPrinted>
  <dcterms:created xsi:type="dcterms:W3CDTF">2020-11-25T10:08:33Z</dcterms:created>
  <dcterms:modified xsi:type="dcterms:W3CDTF">2023-11-14T11:38:57Z</dcterms:modified>
</cp:coreProperties>
</file>