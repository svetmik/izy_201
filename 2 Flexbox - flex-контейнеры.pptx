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81" r:id="rId4"/>
    <p:sldId id="282" r:id="rId5"/>
    <p:sldId id="283" r:id="rId6"/>
    <p:sldId id="275" r:id="rId7"/>
    <p:sldId id="280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7"/>
    <p:sldId id="267" r:id="rId18"/>
    <p:sldId id="265" r:id="rId19"/>
    <p:sldId id="268" r:id="rId20"/>
    <p:sldId id="269" r:id="rId21"/>
    <p:sldId id="270" r:id="rId22"/>
    <p:sldId id="271" r:id="rId23"/>
    <p:sldId id="272" r:id="rId24"/>
    <p:sldId id="273" r:id="rId25"/>
    <p:sldId id="279" r:id="rId26"/>
    <p:sldId id="276" r:id="rId27"/>
    <p:sldId id="277" r:id="rId28"/>
    <p:sldId id="278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A0EA-CFFC-45E5-B134-CFC92155CAA4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34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A0EA-CFFC-45E5-B134-CFC92155CAA4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47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A0EA-CFFC-45E5-B134-CFC92155CAA4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585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A0EA-CFFC-45E5-B134-CFC92155CAA4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215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A0EA-CFFC-45E5-B134-CFC92155CAA4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44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A0EA-CFFC-45E5-B134-CFC92155CAA4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904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A0EA-CFFC-45E5-B134-CFC92155CAA4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3630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A0EA-CFFC-45E5-B134-CFC92155CAA4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91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A0EA-CFFC-45E5-B134-CFC92155CAA4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174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A0EA-CFFC-45E5-B134-CFC92155CAA4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33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A0EA-CFFC-45E5-B134-CFC92155CAA4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58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9A0EA-CFFC-45E5-B134-CFC92155CAA4}" type="datetimeFigureOut">
              <a:rPr lang="ru-RU" smtClean="0"/>
              <a:t>18.12.2020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D3FD6-58EC-42FA-A0E0-4C5D8407FF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305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Flexbox</a:t>
            </a:r>
            <a:r>
              <a:rPr lang="ru-RU" b="1" dirty="0" smtClean="0"/>
              <a:t>:</a:t>
            </a:r>
            <a:r>
              <a:rPr lang="en-US" b="1" dirty="0" smtClean="0"/>
              <a:t> flex-</a:t>
            </a:r>
            <a:r>
              <a:rPr lang="ru-RU" b="1" smtClean="0"/>
              <a:t>контейнеры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774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Структура сайта</a:t>
            </a:r>
            <a:endParaRPr lang="ru-RU" b="1" dirty="0"/>
          </a:p>
        </p:txBody>
      </p:sp>
      <p:pic>
        <p:nvPicPr>
          <p:cNvPr id="3074" name="Picture 2" descr="Шаблон CSS Grid в действи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086" y="1666716"/>
            <a:ext cx="7720940" cy="506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6690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Сетка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02862" y="1896667"/>
            <a:ext cx="4389233" cy="2786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Модульная сетка в </a:t>
            </a:r>
            <a:r>
              <a:rPr lang="ru-RU" dirty="0" err="1"/>
              <a:t>web</a:t>
            </a:r>
            <a:r>
              <a:rPr lang="ru-RU" dirty="0"/>
              <a:t>-дизайне представляет собой единую схему расположения всех элементов и блоков сайта. 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652" y="1627313"/>
            <a:ext cx="4151441" cy="490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639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сеток</a:t>
            </a:r>
            <a:endParaRPr lang="ru-RU" b="1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Блочная сетка — грубая разметка площади на блоки.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b="0" dirty="0" smtClean="0"/>
              <a:t>Колоночная </a:t>
            </a:r>
            <a:r>
              <a:rPr lang="ru-RU" b="0" dirty="0"/>
              <a:t>— имеющая колонки в своей структуре.</a:t>
            </a:r>
            <a:endParaRPr lang="ru-RU" dirty="0"/>
          </a:p>
        </p:txBody>
      </p:sp>
      <p:pic>
        <p:nvPicPr>
          <p:cNvPr id="2050" name="Picture 2" descr="https://webformyself.com/wp-content/uploads/2016/419/3.gif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217" y="2736057"/>
            <a:ext cx="3527797" cy="276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webformyself.com/wp-content/uploads/2016/419/4.gif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948" y="2736057"/>
            <a:ext cx="3527797" cy="276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2916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сеток</a:t>
            </a:r>
            <a:endParaRPr lang="ru-RU" b="1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dirty="0"/>
              <a:t>Модульная — состоящая из пересекающихся прямых, которые образуют модули.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dirty="0"/>
              <a:t>Иерархическая — сетка с интуитивным размещением блоков, без какой-либо логической структуры.</a:t>
            </a:r>
            <a:endParaRPr lang="ru-RU" dirty="0"/>
          </a:p>
        </p:txBody>
      </p:sp>
      <p:pic>
        <p:nvPicPr>
          <p:cNvPr id="3074" name="Picture 2" descr="https://webformyself.com/wp-content/uploads/2016/419/5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056" y="2736057"/>
            <a:ext cx="3454301" cy="276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webformyself.com/wp-content/uploads/2016/419/6.gif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187" y="2736057"/>
            <a:ext cx="3535319" cy="276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4176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for po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593" y="416457"/>
            <a:ext cx="9251344" cy="604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039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Способы верстки сеток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Тег </a:t>
            </a:r>
            <a:r>
              <a:rPr lang="en-US" dirty="0" smtClean="0"/>
              <a:t>div </a:t>
            </a:r>
            <a:r>
              <a:rPr lang="ru-RU" dirty="0" smtClean="0"/>
              <a:t>с </a:t>
            </a:r>
            <a:r>
              <a:rPr lang="en-US" dirty="0" smtClean="0"/>
              <a:t>CSS</a:t>
            </a:r>
            <a:r>
              <a:rPr lang="ru-RU" dirty="0" smtClean="0"/>
              <a:t>-свойствами </a:t>
            </a:r>
            <a:r>
              <a:rPr lang="en-US" dirty="0" smtClean="0"/>
              <a:t>display – block, inline, inline-block</a:t>
            </a:r>
          </a:p>
          <a:p>
            <a:r>
              <a:rPr lang="ru-RU" dirty="0" smtClean="0"/>
              <a:t>Одномерные гибкие блоки </a:t>
            </a:r>
            <a:r>
              <a:rPr lang="en-US" dirty="0" smtClean="0"/>
              <a:t>flexbox</a:t>
            </a:r>
          </a:p>
          <a:p>
            <a:r>
              <a:rPr lang="ru-RU" dirty="0" smtClean="0"/>
              <a:t>Система двумерных сеток </a:t>
            </a:r>
            <a:r>
              <a:rPr lang="en-US" dirty="0" smtClean="0"/>
              <a:t>grid layout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2139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Создание </a:t>
            </a:r>
            <a:r>
              <a:rPr lang="ru-RU" b="1" dirty="0" err="1" smtClean="0"/>
              <a:t>флексбоксов</a:t>
            </a:r>
            <a:r>
              <a:rPr lang="ru-RU" b="1" dirty="0" smtClean="0"/>
              <a:t> – гибкого контейнера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690688"/>
            <a:ext cx="1091565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274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457" y="1673239"/>
            <a:ext cx="4948662" cy="4932490"/>
          </a:xfrm>
          <a:prstGeom prst="rect">
            <a:avLst/>
          </a:prstGeom>
        </p:spPr>
      </p:pic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Направление осей по умолчанию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168693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Направление осей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Стили у </a:t>
            </a:r>
            <a:r>
              <a:rPr lang="en-US" dirty="0" smtClean="0"/>
              <a:t>flex-</a:t>
            </a:r>
            <a:r>
              <a:rPr lang="ru-RU" dirty="0" smtClean="0"/>
              <a:t>контейнера</a:t>
            </a:r>
            <a:r>
              <a:rPr lang="en-US" dirty="0" smtClean="0"/>
              <a:t> flex-direction</a:t>
            </a:r>
            <a:endParaRPr lang="ru-RU" dirty="0" smtClean="0"/>
          </a:p>
          <a:p>
            <a:r>
              <a:rPr lang="en-US" dirty="0" err="1" smtClean="0"/>
              <a:t>flex-direction:row</a:t>
            </a:r>
            <a:r>
              <a:rPr lang="en-US" dirty="0" smtClean="0"/>
              <a:t>; </a:t>
            </a:r>
            <a:r>
              <a:rPr lang="ru-RU" dirty="0" smtClean="0"/>
              <a:t>(по умолчанию слева направо)</a:t>
            </a:r>
          </a:p>
          <a:p>
            <a:r>
              <a:rPr lang="en-US" dirty="0" err="1" smtClean="0"/>
              <a:t>flex-direction:column</a:t>
            </a:r>
            <a:r>
              <a:rPr lang="en-US" dirty="0" smtClean="0"/>
              <a:t>; </a:t>
            </a:r>
            <a:r>
              <a:rPr lang="ru-RU" dirty="0" smtClean="0"/>
              <a:t>(сверху вниз)</a:t>
            </a:r>
          </a:p>
          <a:p>
            <a:r>
              <a:rPr lang="en-US" dirty="0" err="1" smtClean="0"/>
              <a:t>flex-direction:row-reverse</a:t>
            </a:r>
            <a:r>
              <a:rPr lang="en-US" dirty="0" smtClean="0"/>
              <a:t>; </a:t>
            </a:r>
            <a:r>
              <a:rPr lang="ru-RU" dirty="0" smtClean="0"/>
              <a:t>(</a:t>
            </a:r>
            <a:r>
              <a:rPr lang="ru-RU" dirty="0" err="1" smtClean="0"/>
              <a:t>справо</a:t>
            </a:r>
            <a:r>
              <a:rPr lang="ru-RU" dirty="0" smtClean="0"/>
              <a:t> налево)</a:t>
            </a:r>
          </a:p>
          <a:p>
            <a:r>
              <a:rPr lang="en-US" dirty="0" err="1" smtClean="0"/>
              <a:t>flex-direction:column</a:t>
            </a:r>
            <a:r>
              <a:rPr lang="ru-RU" dirty="0" smtClean="0"/>
              <a:t>-</a:t>
            </a:r>
            <a:r>
              <a:rPr lang="en-US" dirty="0" smtClean="0"/>
              <a:t>reverse; </a:t>
            </a:r>
            <a:r>
              <a:rPr lang="ru-RU" dirty="0" smtClean="0"/>
              <a:t>(снизу вверх)</a:t>
            </a:r>
          </a:p>
          <a:p>
            <a:endParaRPr lang="ru-RU" dirty="0" smtClean="0"/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941483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Направление осей </a:t>
            </a:r>
            <a:r>
              <a:rPr lang="en-US" b="1" dirty="0" smtClean="0"/>
              <a:t>column</a:t>
            </a:r>
            <a:endParaRPr lang="ru-RU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925" y="1490921"/>
            <a:ext cx="4811445" cy="484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529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Поперечная ось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Если главная ось направлена горизонтально, то поперечная ось смотрит вниз.</a:t>
            </a:r>
          </a:p>
          <a:p>
            <a:pPr marL="0" indent="0">
              <a:buNone/>
            </a:pPr>
            <a:r>
              <a:rPr lang="ru-RU" dirty="0"/>
              <a:t>Если главная ось направлена вертикально, то поперечная ось смотрит направо.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35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по главной оси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1" y="1825625"/>
            <a:ext cx="482021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CSS-</a:t>
            </a:r>
            <a:r>
              <a:rPr lang="ru-RU" dirty="0" smtClean="0"/>
              <a:t>свойство </a:t>
            </a:r>
            <a:r>
              <a:rPr lang="en-US" b="1" dirty="0" smtClean="0"/>
              <a:t>justify-content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Возможные значения</a:t>
            </a:r>
          </a:p>
          <a:p>
            <a:r>
              <a:rPr lang="en-US" dirty="0" smtClean="0"/>
              <a:t>flex-start</a:t>
            </a:r>
          </a:p>
          <a:p>
            <a:r>
              <a:rPr lang="en-US" dirty="0" smtClean="0"/>
              <a:t>flex-end</a:t>
            </a:r>
          </a:p>
          <a:p>
            <a:r>
              <a:rPr lang="en-US" dirty="0" smtClean="0"/>
              <a:t>center</a:t>
            </a:r>
          </a:p>
          <a:p>
            <a:r>
              <a:rPr lang="en-US" dirty="0" smtClean="0"/>
              <a:t>space-between</a:t>
            </a:r>
          </a:p>
          <a:p>
            <a:r>
              <a:rPr lang="en-US" dirty="0" smtClean="0"/>
              <a:t>space-around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523" y="1695644"/>
            <a:ext cx="5876925" cy="18859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523" y="3330882"/>
            <a:ext cx="5848350" cy="16002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523" y="4931082"/>
            <a:ext cx="5848350" cy="1714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8126" y="2249175"/>
            <a:ext cx="1483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flex-start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64523" y="4001294"/>
            <a:ext cx="1370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flex-end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8126" y="5489569"/>
            <a:ext cx="1120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center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966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76" y="4082358"/>
            <a:ext cx="5819775" cy="17526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76" y="1782684"/>
            <a:ext cx="5943600" cy="1771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1560" y="2406899"/>
            <a:ext cx="2410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space-between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7000" y="4697048"/>
            <a:ext cx="21746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space-around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по главной оси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5271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по поперечной оси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CSS-</a:t>
            </a:r>
            <a:r>
              <a:rPr lang="ru-RU" dirty="0" smtClean="0"/>
              <a:t>свойство </a:t>
            </a:r>
            <a:r>
              <a:rPr lang="en-US" b="1" dirty="0" smtClean="0"/>
              <a:t>align-items </a:t>
            </a:r>
            <a:endParaRPr lang="ru-RU" b="1" dirty="0" smtClean="0"/>
          </a:p>
          <a:p>
            <a:pPr marL="0" indent="0">
              <a:buNone/>
            </a:pPr>
            <a:r>
              <a:rPr lang="ru-RU" dirty="0" smtClean="0"/>
              <a:t>Возможные значения</a:t>
            </a:r>
          </a:p>
          <a:p>
            <a:r>
              <a:rPr lang="ru-RU" dirty="0" err="1" smtClean="0"/>
              <a:t>stretch</a:t>
            </a:r>
            <a:r>
              <a:rPr lang="ru-RU" dirty="0" smtClean="0"/>
              <a:t> </a:t>
            </a:r>
          </a:p>
          <a:p>
            <a:r>
              <a:rPr lang="ru-RU" dirty="0" err="1" smtClean="0"/>
              <a:t>flex-start</a:t>
            </a:r>
            <a:r>
              <a:rPr lang="ru-RU" dirty="0" smtClean="0"/>
              <a:t> </a:t>
            </a:r>
          </a:p>
          <a:p>
            <a:r>
              <a:rPr lang="ru-RU" dirty="0" err="1" smtClean="0"/>
              <a:t>flex-end</a:t>
            </a:r>
            <a:r>
              <a:rPr lang="ru-RU" dirty="0" smtClean="0"/>
              <a:t> </a:t>
            </a:r>
          </a:p>
          <a:p>
            <a:r>
              <a:rPr lang="ru-RU" dirty="0" err="1" smtClean="0"/>
              <a:t>center</a:t>
            </a:r>
            <a:r>
              <a:rPr lang="ru-RU" dirty="0" smtClean="0"/>
              <a:t> </a:t>
            </a:r>
          </a:p>
          <a:p>
            <a:r>
              <a:rPr lang="ru-RU" dirty="0" err="1" smtClean="0"/>
              <a:t>baseline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!!!</a:t>
            </a:r>
            <a:r>
              <a:rPr lang="ru-RU" dirty="0" smtClean="0">
                <a:solidFill>
                  <a:srgbClr val="FF0000"/>
                </a:solidFill>
              </a:rPr>
              <a:t>Уберите высоту у </a:t>
            </a:r>
            <a:r>
              <a:rPr lang="en-US" dirty="0" smtClean="0">
                <a:solidFill>
                  <a:srgbClr val="FF0000"/>
                </a:solidFill>
              </a:rPr>
              <a:t>flex-</a:t>
            </a:r>
            <a:r>
              <a:rPr lang="ru-RU" dirty="0" smtClean="0">
                <a:solidFill>
                  <a:srgbClr val="FF0000"/>
                </a:solidFill>
              </a:rPr>
              <a:t>элементов 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06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по поперечной оси</a:t>
            </a:r>
            <a:endParaRPr lang="ru-RU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468" y="1520983"/>
            <a:ext cx="4665653" cy="46277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29149" y="3144465"/>
            <a:ext cx="1195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stretch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410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по поперечной оси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3691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Верните высоту </a:t>
            </a:r>
            <a:r>
              <a:rPr lang="en-US" dirty="0" smtClean="0"/>
              <a:t>flex-</a:t>
            </a:r>
            <a:r>
              <a:rPr lang="ru-RU" dirty="0" smtClean="0"/>
              <a:t>элементам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65" y="2462543"/>
            <a:ext cx="3988995" cy="39889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74417" y="4058865"/>
            <a:ext cx="1483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flex-start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944" y="2460540"/>
            <a:ext cx="4004083" cy="39909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05399" y="4058865"/>
            <a:ext cx="1370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flex-end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173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по поперечной оси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714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Задайте разную высоту и разный размер шрифта у разных </a:t>
            </a:r>
            <a:r>
              <a:rPr lang="en-US" dirty="0" smtClean="0"/>
              <a:t>flex</a:t>
            </a:r>
            <a:r>
              <a:rPr lang="ru-RU" dirty="0" smtClean="0"/>
              <a:t>-элементов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080" y="2706122"/>
            <a:ext cx="3728942" cy="372282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605" y="2706122"/>
            <a:ext cx="3751207" cy="37696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62892" y="3254386"/>
            <a:ext cx="1120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center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24603" y="4305926"/>
            <a:ext cx="1394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baseline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891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Расположение </a:t>
            </a:r>
            <a:r>
              <a:rPr lang="ru-RU" b="1" dirty="0"/>
              <a:t>э</a:t>
            </a:r>
            <a:r>
              <a:rPr lang="ru-RU" b="1" dirty="0" smtClean="0"/>
              <a:t>лементов</a:t>
            </a:r>
            <a:endParaRPr lang="ru-RU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781" y="1416112"/>
            <a:ext cx="3257757" cy="325775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637" y="1416112"/>
            <a:ext cx="3241787" cy="325775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6672" y="1416113"/>
            <a:ext cx="3247128" cy="325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416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Расположение </a:t>
            </a:r>
            <a:r>
              <a:rPr lang="ru-RU" b="1" dirty="0"/>
              <a:t>э</a:t>
            </a:r>
            <a:r>
              <a:rPr lang="ru-RU" b="1" dirty="0" smtClean="0"/>
              <a:t>лементов</a:t>
            </a:r>
            <a:endParaRPr lang="ru-RU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686005" cy="456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207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Расположение элементов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CSS</a:t>
            </a:r>
            <a:r>
              <a:rPr lang="ru-RU" dirty="0" smtClean="0"/>
              <a:t>-свойство </a:t>
            </a:r>
            <a:r>
              <a:rPr lang="ru-RU" dirty="0" err="1" smtClean="0"/>
              <a:t>flex-wrap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Возможные значения</a:t>
            </a:r>
          </a:p>
          <a:p>
            <a:r>
              <a:rPr lang="ru-RU" dirty="0" err="1" smtClean="0"/>
              <a:t>nowrap</a:t>
            </a:r>
            <a:r>
              <a:rPr lang="ru-RU" dirty="0" smtClean="0"/>
              <a:t> — перенос </a:t>
            </a:r>
            <a:r>
              <a:rPr lang="ru-RU" dirty="0" err="1" smtClean="0"/>
              <a:t>флекс</a:t>
            </a:r>
            <a:r>
              <a:rPr lang="ru-RU" dirty="0" smtClean="0"/>
              <a:t>-элементов на новую строку запрещён.</a:t>
            </a:r>
          </a:p>
          <a:p>
            <a:r>
              <a:rPr lang="ru-RU" dirty="0" err="1" smtClean="0"/>
              <a:t>wrap</a:t>
            </a:r>
            <a:r>
              <a:rPr lang="ru-RU" dirty="0" smtClean="0"/>
              <a:t> — разрешает перенос </a:t>
            </a:r>
            <a:r>
              <a:rPr lang="ru-RU" dirty="0" err="1" smtClean="0"/>
              <a:t>флекс</a:t>
            </a:r>
            <a:r>
              <a:rPr lang="ru-RU" dirty="0" smtClean="0"/>
              <a:t>-элементов на новую строку. Ряды элементов располагаются вдоль поперечной оси, первый ряд — в начале поперечной оси, последний — в конце.</a:t>
            </a:r>
          </a:p>
          <a:p>
            <a:r>
              <a:rPr lang="ru-RU" dirty="0" err="1" smtClean="0"/>
              <a:t>wrap-reverse</a:t>
            </a:r>
            <a:r>
              <a:rPr lang="ru-RU" dirty="0" smtClean="0"/>
              <a:t> —разрешает перенос </a:t>
            </a:r>
            <a:r>
              <a:rPr lang="ru-RU" dirty="0" err="1" smtClean="0"/>
              <a:t>флекс</a:t>
            </a:r>
            <a:r>
              <a:rPr lang="ru-RU" dirty="0" smtClean="0"/>
              <a:t>-элементов на новую строку. Ряды элементов располагаются в обратном порядке: первый — в конце поперечной оси, последний — в начале.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5730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Расположение элементов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39" y="1690688"/>
            <a:ext cx="4861069" cy="486106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463" y="1688529"/>
            <a:ext cx="4873337" cy="48653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0092" y="3016251"/>
            <a:ext cx="919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wrap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037" y="3024439"/>
            <a:ext cx="21527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wrap-reverse</a:t>
            </a:r>
            <a:endParaRPr lang="ru-RU" sz="28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069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строк </a:t>
            </a:r>
            <a:r>
              <a:rPr lang="en-US" b="1" dirty="0" smtClean="0"/>
              <a:t>flex-</a:t>
            </a:r>
            <a:r>
              <a:rPr lang="ru-RU" b="1" dirty="0" smtClean="0"/>
              <a:t>контейнера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751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CSS-</a:t>
            </a:r>
            <a:r>
              <a:rPr lang="ru-RU" dirty="0" smtClean="0"/>
              <a:t>свойство </a:t>
            </a:r>
            <a:r>
              <a:rPr lang="ru-RU" b="1" dirty="0" err="1" smtClean="0"/>
              <a:t>align-content</a:t>
            </a:r>
            <a:r>
              <a:rPr lang="ru-RU" b="1" dirty="0" smtClean="0"/>
              <a:t>. </a:t>
            </a:r>
            <a:r>
              <a:rPr lang="ru-RU" dirty="0" smtClean="0"/>
              <a:t>Значения: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stretch</a:t>
            </a:r>
            <a:r>
              <a:rPr lang="ru-RU" dirty="0" smtClean="0"/>
              <a:t> — значение по умолчанию, </a:t>
            </a:r>
            <a:r>
              <a:rPr lang="ru-RU" dirty="0"/>
              <a:t>растягивает ряды </a:t>
            </a:r>
            <a:r>
              <a:rPr lang="ru-RU" dirty="0" err="1"/>
              <a:t>флекс</a:t>
            </a:r>
            <a:r>
              <a:rPr lang="ru-RU" dirty="0"/>
              <a:t>-элементов, при этом оставшееся свободное место между ними делится поровну. Отображение строк при этом зависит от значения </a:t>
            </a:r>
            <a:r>
              <a:rPr lang="ru-RU" dirty="0" err="1"/>
              <a:t>align-items</a:t>
            </a:r>
            <a:r>
              <a:rPr lang="ru-RU" dirty="0"/>
              <a:t>:</a:t>
            </a:r>
          </a:p>
          <a:p>
            <a:pPr lvl="1"/>
            <a:r>
              <a:rPr lang="ru-RU" dirty="0" smtClean="0"/>
              <a:t>если </a:t>
            </a:r>
            <a:r>
              <a:rPr lang="ru-RU" dirty="0"/>
              <a:t>у </a:t>
            </a:r>
            <a:r>
              <a:rPr lang="ru-RU" dirty="0" err="1"/>
              <a:t>align-items</a:t>
            </a:r>
            <a:r>
              <a:rPr lang="ru-RU" dirty="0"/>
              <a:t> задано значение </a:t>
            </a:r>
            <a:r>
              <a:rPr lang="ru-RU" dirty="0" err="1"/>
              <a:t>stretch</a:t>
            </a:r>
            <a:r>
              <a:rPr lang="ru-RU" dirty="0"/>
              <a:t>, то элементы в строках растягиваются на всю высоту своей строки.</a:t>
            </a:r>
          </a:p>
          <a:p>
            <a:pPr lvl="1"/>
            <a:r>
              <a:rPr lang="ru-RU" dirty="0" smtClean="0"/>
              <a:t>если </a:t>
            </a:r>
            <a:r>
              <a:rPr lang="ru-RU" dirty="0"/>
              <a:t>значение отлично от </a:t>
            </a:r>
            <a:r>
              <a:rPr lang="ru-RU" dirty="0" err="1"/>
              <a:t>stretch</a:t>
            </a:r>
            <a:r>
              <a:rPr lang="ru-RU" dirty="0"/>
              <a:t>, то элементы в строках ужимаются под своё содержимое и выравниваются в строках в зависимости от значения </a:t>
            </a:r>
            <a:r>
              <a:rPr lang="ru-RU" dirty="0" err="1"/>
              <a:t>align-items</a:t>
            </a:r>
            <a:r>
              <a:rPr lang="ru-RU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flex-start</a:t>
            </a:r>
            <a:r>
              <a:rPr lang="ru-RU" dirty="0" smtClean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flex-end</a:t>
            </a:r>
            <a:r>
              <a:rPr lang="ru-RU" dirty="0" smtClean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center</a:t>
            </a:r>
            <a:r>
              <a:rPr lang="ru-RU" dirty="0" smtClean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space-between</a:t>
            </a:r>
            <a:r>
              <a:rPr lang="ru-RU" dirty="0" smtClean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space-around</a:t>
            </a:r>
            <a:endParaRPr lang="ru-RU" dirty="0" smtClean="0"/>
          </a:p>
          <a:p>
            <a:pPr marL="0" indent="0">
              <a:buNone/>
            </a:pPr>
            <a:r>
              <a:rPr lang="ru-RU" dirty="0"/>
              <a:t>Свойство </a:t>
            </a:r>
            <a:r>
              <a:rPr lang="ru-RU" dirty="0" err="1"/>
              <a:t>align-content</a:t>
            </a:r>
            <a:r>
              <a:rPr lang="ru-RU" dirty="0"/>
              <a:t> «перекрывает» заданное значение </a:t>
            </a:r>
            <a:r>
              <a:rPr lang="ru-RU" dirty="0" err="1"/>
              <a:t>align-items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3971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строк </a:t>
            </a:r>
            <a:r>
              <a:rPr lang="en-US" b="1" dirty="0" smtClean="0"/>
              <a:t>flex-</a:t>
            </a:r>
            <a:r>
              <a:rPr lang="ru-RU" b="1" dirty="0" smtClean="0"/>
              <a:t>контейнера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Самостоятельно поэкспериментируйте со свойством </a:t>
            </a:r>
            <a:r>
              <a:rPr lang="ru-RU" b="1" dirty="0" err="1"/>
              <a:t>align-content</a:t>
            </a:r>
            <a:r>
              <a:rPr lang="ru-RU" b="1" dirty="0"/>
              <a:t>. </a:t>
            </a:r>
            <a:endParaRPr lang="ru-RU" b="1" dirty="0" smtClean="0"/>
          </a:p>
          <a:p>
            <a:pPr marL="0" indent="0">
              <a:buNone/>
            </a:pPr>
            <a:r>
              <a:rPr lang="ru-RU" dirty="0" smtClean="0"/>
              <a:t>А также сочетанием свойств </a:t>
            </a:r>
            <a:r>
              <a:rPr lang="ru-RU" b="1" dirty="0" err="1" smtClean="0"/>
              <a:t>align-content</a:t>
            </a:r>
            <a:r>
              <a:rPr lang="ru-RU" dirty="0"/>
              <a:t> </a:t>
            </a:r>
            <a:r>
              <a:rPr lang="ru-RU" dirty="0" smtClean="0"/>
              <a:t>и </a:t>
            </a:r>
            <a:r>
              <a:rPr lang="en-US" b="1" dirty="0" smtClean="0"/>
              <a:t>align-items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4179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Порядок элементов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CSS</a:t>
            </a:r>
            <a:r>
              <a:rPr lang="ru-RU" dirty="0" smtClean="0"/>
              <a:t>-свойство </a:t>
            </a:r>
            <a:r>
              <a:rPr lang="en-US" dirty="0" smtClean="0"/>
              <a:t>order</a:t>
            </a:r>
          </a:p>
          <a:p>
            <a:pPr marL="0" indent="0">
              <a:buNone/>
            </a:pPr>
            <a:r>
              <a:rPr lang="ru-RU" dirty="0" smtClean="0"/>
              <a:t>У всех </a:t>
            </a:r>
            <a:r>
              <a:rPr lang="en-US" dirty="0" smtClean="0"/>
              <a:t>flex-</a:t>
            </a:r>
            <a:r>
              <a:rPr lang="ru-RU" dirty="0" smtClean="0"/>
              <a:t>элементов по умолчанию порядок – 0.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Можно назначить порядок – положительное или отрицательное число.</a:t>
            </a:r>
          </a:p>
          <a:p>
            <a:pPr marL="0" indent="0">
              <a:buNone/>
            </a:pPr>
            <a:r>
              <a:rPr lang="ru-RU" dirty="0" smtClean="0"/>
              <a:t>Сортировка производится по возрастанию номера.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1846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Один </a:t>
            </a:r>
            <a:r>
              <a:rPr lang="en-US" b="1" dirty="0" smtClean="0"/>
              <a:t>flex</a:t>
            </a:r>
            <a:r>
              <a:rPr lang="ru-RU" b="1" dirty="0" smtClean="0"/>
              <a:t> в другом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Флексбокс</a:t>
            </a:r>
            <a:r>
              <a:rPr lang="ru-RU" dirty="0"/>
              <a:t> по своей </a:t>
            </a:r>
            <a:r>
              <a:rPr lang="ru-RU" dirty="0" smtClean="0"/>
              <a:t>является </a:t>
            </a:r>
            <a:r>
              <a:rPr lang="ru-RU" dirty="0"/>
              <a:t>моделью </a:t>
            </a:r>
            <a:r>
              <a:rPr lang="ru-RU" b="1" dirty="0"/>
              <a:t>одномерного</a:t>
            </a:r>
            <a:r>
              <a:rPr lang="ru-RU" dirty="0"/>
              <a:t> макета. </a:t>
            </a:r>
            <a:endParaRPr lang="en-US" dirty="0" smtClean="0"/>
          </a:p>
          <a:p>
            <a:pPr marL="0" indent="0">
              <a:buNone/>
            </a:pPr>
            <a:r>
              <a:rPr lang="ru-RU" dirty="0" err="1" smtClean="0"/>
              <a:t>Флекс</a:t>
            </a:r>
            <a:r>
              <a:rPr lang="ru-RU" dirty="0" smtClean="0"/>
              <a:t>-элементы </a:t>
            </a:r>
            <a:r>
              <a:rPr lang="ru-RU" dirty="0"/>
              <a:t>внутри </a:t>
            </a:r>
            <a:r>
              <a:rPr lang="ru-RU" dirty="0" err="1"/>
              <a:t>флекс</a:t>
            </a:r>
            <a:r>
              <a:rPr lang="ru-RU" dirty="0"/>
              <a:t>-контейнера можно размещать как горизонтально, так и вертикально, но не одновременно. 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Если </a:t>
            </a:r>
            <a:r>
              <a:rPr lang="ru-RU" dirty="0"/>
              <a:t>вы хотите располагать элементы в двух направлениях, вам потребуется вставить один </a:t>
            </a:r>
            <a:r>
              <a:rPr lang="ru-RU" dirty="0" err="1"/>
              <a:t>флекс</a:t>
            </a:r>
            <a:r>
              <a:rPr lang="ru-RU" dirty="0"/>
              <a:t>-контейнер в другой.</a:t>
            </a:r>
          </a:p>
        </p:txBody>
      </p:sp>
    </p:spTree>
    <p:extLst>
      <p:ext uri="{BB962C8B-B14F-4D97-AF65-F5344CB8AC3E}">
        <p14:creationId xmlns:p14="http://schemas.microsoft.com/office/powerpoint/2010/main" val="1032761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Один </a:t>
            </a:r>
            <a:r>
              <a:rPr lang="en-US" b="1" dirty="0" smtClean="0"/>
              <a:t>flex</a:t>
            </a:r>
            <a:r>
              <a:rPr lang="ru-RU" b="1" dirty="0" smtClean="0"/>
              <a:t> в другом</a:t>
            </a:r>
            <a:endParaRPr lang="ru-RU" b="1" dirty="0"/>
          </a:p>
        </p:txBody>
      </p:sp>
      <p:pic>
        <p:nvPicPr>
          <p:cNvPr id="5122" name="Picture 2" descr="https://webref.ru/assets/images/flexbox-tutorial/flexbox-nest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491" y="1534626"/>
            <a:ext cx="5964568" cy="496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7089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Итоги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Располагать элементы в одном из четырех направлений: слева направо, справа налево, сверху вниз или снизу вверх.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Переопределять порядок отображения элементов.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Автоматически определять размеры элементов таким образом, чтобы они вписывались в доступное пространство.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Решать проблему с горизонтальным и вертикальным центрированием.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Переносить элементы внутри контейнера, не допуская его переполнения.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Создавать колонки одинаковой высоты.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Создавать прижатый к низу страницы подвал сайта.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13656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562</Words>
  <Application>Microsoft Office PowerPoint</Application>
  <PresentationFormat>Широкоэкранный</PresentationFormat>
  <Paragraphs>102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Тема Office</vt:lpstr>
      <vt:lpstr>Flexbox: flex-контейнеры</vt:lpstr>
      <vt:lpstr>Структура сайта</vt:lpstr>
      <vt:lpstr>Сетка</vt:lpstr>
      <vt:lpstr>Типы сеток</vt:lpstr>
      <vt:lpstr>Типы сеток</vt:lpstr>
      <vt:lpstr>Презентация PowerPoint</vt:lpstr>
      <vt:lpstr>Способы верстки сеток</vt:lpstr>
      <vt:lpstr>Создание флексбоксов – гибкого контейнера</vt:lpstr>
      <vt:lpstr>Направление осей по умолчанию</vt:lpstr>
      <vt:lpstr>Направление осей</vt:lpstr>
      <vt:lpstr>Направление осей column</vt:lpstr>
      <vt:lpstr>Поперечная ось</vt:lpstr>
      <vt:lpstr>Выравнивание по главной оси</vt:lpstr>
      <vt:lpstr>Выравнивание по главной оси</vt:lpstr>
      <vt:lpstr>Выравнивание по поперечной оси</vt:lpstr>
      <vt:lpstr>Выравнивание по поперечной оси</vt:lpstr>
      <vt:lpstr>Выравнивание по поперечной оси</vt:lpstr>
      <vt:lpstr>Выравнивание по поперечной оси</vt:lpstr>
      <vt:lpstr>Расположение элементов</vt:lpstr>
      <vt:lpstr>Расположение элементов</vt:lpstr>
      <vt:lpstr>Расположение элементов</vt:lpstr>
      <vt:lpstr>Расположение элементов</vt:lpstr>
      <vt:lpstr>Выравнивание строк flex-контейнера</vt:lpstr>
      <vt:lpstr>Выравнивание строк flex-контейнера</vt:lpstr>
      <vt:lpstr>Порядок элементов</vt:lpstr>
      <vt:lpstr>Один flex в другом</vt:lpstr>
      <vt:lpstr>Один flex в другом</vt:lpstr>
      <vt:lpstr>Итоги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Flexbox</dc:title>
  <dc:creator>Yulya</dc:creator>
  <cp:lastModifiedBy>Yulya</cp:lastModifiedBy>
  <cp:revision>27</cp:revision>
  <dcterms:created xsi:type="dcterms:W3CDTF">2020-11-25T10:08:33Z</dcterms:created>
  <dcterms:modified xsi:type="dcterms:W3CDTF">2020-12-18T06:38:34Z</dcterms:modified>
</cp:coreProperties>
</file>